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from the final LSEG OpenPermID assessment report.
Main talk track: explain the graph-analysis result shown on this slide clearly and connect it back to the assessment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from the final LSEG OpenPermID assessment report.
Main talk track: explain the graph-analysis result shown on this slide clearly and connect it back to the assessment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from the final LSEG OpenPermID assessment report.
Main talk track: explain the graph-analysis result shown on this slide clearly and connect it back to the assessment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from the final LSEG OpenPermID assessment report.
Main talk track: explain the graph-analysis result shown on this slide clearly and connect it back to the assessment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from the final LSEG OpenPermID assessment report.
Main talk track: explain the graph-analysis result shown on this slide clearly and connect it back to the assessment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from the final LSEG OpenPermID assessment report.
Main talk track: explain the graph-analysis result shown on this slide clearly and connect it back to the assessment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from the final LSEG OpenPermID assessment report.
Main talk track: explain the graph-analysis result shown on this slide clearly and connect it back to the assessment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from the final LSEG OpenPermID assessment report.
Main talk track: explain the graph-analysis result shown on this slide clearly and connect it back to the assessment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from the final LSEG OpenPermID assessment report.
Main talk track: explain the graph-analysis result shown on this slide clearly and connect it back to the assessment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from the final LSEG OpenPermID assessment report.
Main talk track: explain the graph-analysis result shown on this slide clearly and connect it back to the assessment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 from the final LSEG OpenPermID assessment report.
Main talk track: explain the graph-analysis result shown on this slide clearly and connect it back to the assessment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 from the final LSEG OpenPermID assessment report.
Main talk track: explain the graph-analysis result shown on this slide clearly and connect it back to the assessment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 from the final LSEG OpenPermID assessment report.
Main talk track: explain the graph-analysis result shown on this slide clearly and connect it back to the assessment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seg_report_render/pag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439" y="137160"/>
            <a:ext cx="9305217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seg_report_render/pag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439" y="137160"/>
            <a:ext cx="9305217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seg_report_render/pag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439" y="137160"/>
            <a:ext cx="9305217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seg_report_render/pag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439" y="137160"/>
            <a:ext cx="9305217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seg_report_render/pag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439" y="137160"/>
            <a:ext cx="9305217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seg_report_render/pag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439" y="137160"/>
            <a:ext cx="9305217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seg_report_render/pag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439" y="137160"/>
            <a:ext cx="9305217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seg_report_render/pag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439" y="137160"/>
            <a:ext cx="9305217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seg_report_render/pag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439" y="137160"/>
            <a:ext cx="9305217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seg_report_render/pag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439" y="137160"/>
            <a:ext cx="9305217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seg_report_render/pag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439" y="137160"/>
            <a:ext cx="9305217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seg_report_render/pag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439" y="137160"/>
            <a:ext cx="9305217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seg_report_render/pag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439" y="137160"/>
            <a:ext cx="9305217" cy="6583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LSEG Assessment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LSEG OpenPermID Assessment Report</dc:title>
  <dc:subject>OpenPermID Graph Data Analysis</dc:subject>
  <dc:creator>Salah Hossam</dc:creator>
  <cp:lastModifiedBy>Salah Hossam</cp:lastModifiedBy>
  <cp:revision>1</cp:revision>
  <dcterms:created xsi:type="dcterms:W3CDTF">2026-06-27T15:15:54Z</dcterms:created>
  <dcterms:modified xsi:type="dcterms:W3CDTF">2026-06-27T15:15:54Z</dcterms:modified>
</cp:coreProperties>
</file>